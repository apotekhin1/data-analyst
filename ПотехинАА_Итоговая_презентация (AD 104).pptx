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2" r:id="rId1"/>
  </p:sldMasterIdLst>
  <p:notesMasterIdLst>
    <p:notesMasterId r:id="rId27"/>
  </p:notesMasterIdLst>
  <p:sldIdLst>
    <p:sldId id="256" r:id="rId2"/>
    <p:sldId id="258" r:id="rId3"/>
    <p:sldId id="259" r:id="rId4"/>
    <p:sldId id="260" r:id="rId5"/>
    <p:sldId id="261" r:id="rId6"/>
    <p:sldId id="263" r:id="rId7"/>
    <p:sldId id="266" r:id="rId8"/>
    <p:sldId id="265" r:id="rId9"/>
    <p:sldId id="286" r:id="rId10"/>
    <p:sldId id="270" r:id="rId11"/>
    <p:sldId id="269" r:id="rId12"/>
    <p:sldId id="274" r:id="rId13"/>
    <p:sldId id="273" r:id="rId14"/>
    <p:sldId id="275" r:id="rId15"/>
    <p:sldId id="276" r:id="rId16"/>
    <p:sldId id="278" r:id="rId17"/>
    <p:sldId id="281" r:id="rId18"/>
    <p:sldId id="282" r:id="rId19"/>
    <p:sldId id="280" r:id="rId20"/>
    <p:sldId id="279" r:id="rId21"/>
    <p:sldId id="277" r:id="rId22"/>
    <p:sldId id="283" r:id="rId23"/>
    <p:sldId id="285" r:id="rId24"/>
    <p:sldId id="284" r:id="rId25"/>
    <p:sldId id="257" r:id="rId26"/>
  </p:sldIdLst>
  <p:sldSz cx="20104100" cy="11309350"/>
  <p:notesSz cx="20104100" cy="1130935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Tahoma" panose="020B060403050404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539" userDrawn="1">
          <p15:clr>
            <a:srgbClr val="A4A3A4"/>
          </p15:clr>
        </p15:guide>
        <p15:guide id="2" pos="63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90" y="84"/>
      </p:cViewPr>
      <p:guideLst>
        <p:guide orient="horz" pos="3539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283325" y="847725"/>
            <a:ext cx="7539038" cy="42418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6944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738153" y="273271"/>
            <a:ext cx="7788275" cy="2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750" b="1" i="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452342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0" y="4655177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0" y="4922331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0" y="505774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0" y="518949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0" y="5456650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0" y="5321241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0" y="5588395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0" y="5720150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5855559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5987315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6122724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0" y="6254469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0" y="6386224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0" y="6521633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0" y="665337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0" y="479058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0" y="6785133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0" y="6916889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0" y="7184042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731945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0" y="745120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0" y="771836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0" y="7582952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0" y="785010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0" y="7981861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0" y="811727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0" y="8249026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838443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0" y="851619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0" y="8647935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0" y="8783345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0" y="8915100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0" y="705228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0" y="9046844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0" y="9178599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0" y="9445754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0" y="9581163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0" y="9712919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0" y="998007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0" y="9844663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0" y="1011181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0" y="10243571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1037898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10510737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0" y="1064614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0" y="1077790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0" y="10909645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0" y="1104505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0" y="1117681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0" y="931399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0" y="226171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0" y="2393466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399"/>
                </a:lnTo>
                <a:lnTo>
                  <a:pt x="5371564" y="13539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0" y="2660620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0" y="2796030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2927785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0" y="3194939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0" y="3059529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0" y="3326684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0" y="3458439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0" y="359384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0" y="3725603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386101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0" y="399275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4124513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0" y="425992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0" y="439166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0" y="2528865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0" y="0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268CB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0" y="131755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F2D1B8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0" y="398909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04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0" y="534318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A6E3F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0" y="666063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D596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0" y="93322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F2EDE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0" y="797818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2BA6B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0" y="1064972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73BA9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0" y="1196728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75B0C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0" y="1332137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666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0" y="1463892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90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08577A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0" y="159930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7AD6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0" y="173104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D6EBF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0" y="1862801"/>
            <a:ext cx="5372100" cy="135890"/>
          </a:xfrm>
          <a:custGeom>
            <a:avLst/>
            <a:gdLst/>
            <a:ahLst/>
            <a:cxnLst/>
            <a:rect l="l" t="t" r="r" b="b"/>
            <a:pathLst>
              <a:path w="5372100" h="135889" extrusionOk="0">
                <a:moveTo>
                  <a:pt x="5371564" y="0"/>
                </a:moveTo>
                <a:lnTo>
                  <a:pt x="0" y="0"/>
                </a:lnTo>
                <a:lnTo>
                  <a:pt x="0" y="135409"/>
                </a:lnTo>
                <a:lnTo>
                  <a:pt x="5371564" y="135409"/>
                </a:lnTo>
                <a:lnTo>
                  <a:pt x="5371564" y="0"/>
                </a:lnTo>
                <a:close/>
              </a:path>
            </a:pathLst>
          </a:custGeom>
          <a:solidFill>
            <a:srgbClr val="94DED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0" y="1998211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E87D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0" y="2129956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80" extrusionOk="0">
                <a:moveTo>
                  <a:pt x="5371564" y="0"/>
                </a:moveTo>
                <a:lnTo>
                  <a:pt x="0" y="0"/>
                </a:lnTo>
                <a:lnTo>
                  <a:pt x="0" y="131755"/>
                </a:lnTo>
                <a:lnTo>
                  <a:pt x="5371564" y="131755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25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0" y="267164"/>
            <a:ext cx="5372100" cy="132080"/>
          </a:xfrm>
          <a:custGeom>
            <a:avLst/>
            <a:gdLst/>
            <a:ahLst/>
            <a:cxnLst/>
            <a:rect l="l" t="t" r="r" b="b"/>
            <a:pathLst>
              <a:path w="5372100" h="132079" extrusionOk="0">
                <a:moveTo>
                  <a:pt x="5371564" y="0"/>
                </a:moveTo>
                <a:lnTo>
                  <a:pt x="0" y="0"/>
                </a:lnTo>
                <a:lnTo>
                  <a:pt x="0" y="131744"/>
                </a:lnTo>
                <a:lnTo>
                  <a:pt x="5371564" y="131744"/>
                </a:lnTo>
                <a:lnTo>
                  <a:pt x="5371564" y="0"/>
                </a:lnTo>
                <a:close/>
              </a:path>
            </a:pathLst>
          </a:custGeom>
          <a:solidFill>
            <a:srgbClr val="004F5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447886" y="8249308"/>
            <a:ext cx="2313625" cy="113605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13274777" y="8313807"/>
            <a:ext cx="910590" cy="1042035"/>
          </a:xfrm>
          <a:custGeom>
            <a:avLst/>
            <a:gdLst/>
            <a:ahLst/>
            <a:cxnLst/>
            <a:rect l="l" t="t" r="r" b="b"/>
            <a:pathLst>
              <a:path w="910590" h="1042034" extrusionOk="0">
                <a:moveTo>
                  <a:pt x="705954" y="244449"/>
                </a:moveTo>
                <a:lnTo>
                  <a:pt x="549910" y="244449"/>
                </a:lnTo>
                <a:lnTo>
                  <a:pt x="549910" y="571627"/>
                </a:lnTo>
                <a:lnTo>
                  <a:pt x="543941" y="607618"/>
                </a:lnTo>
                <a:lnTo>
                  <a:pt x="526122" y="639279"/>
                </a:lnTo>
                <a:lnTo>
                  <a:pt x="496595" y="661797"/>
                </a:lnTo>
                <a:lnTo>
                  <a:pt x="455523" y="670382"/>
                </a:lnTo>
                <a:lnTo>
                  <a:pt x="414007" y="661797"/>
                </a:lnTo>
                <a:lnTo>
                  <a:pt x="384263" y="639279"/>
                </a:lnTo>
                <a:lnTo>
                  <a:pt x="366369" y="607618"/>
                </a:lnTo>
                <a:lnTo>
                  <a:pt x="360387" y="571627"/>
                </a:lnTo>
                <a:lnTo>
                  <a:pt x="360387" y="244449"/>
                </a:lnTo>
                <a:lnTo>
                  <a:pt x="204317" y="244449"/>
                </a:lnTo>
                <a:lnTo>
                  <a:pt x="204317" y="561467"/>
                </a:lnTo>
                <a:lnTo>
                  <a:pt x="207302" y="603123"/>
                </a:lnTo>
                <a:lnTo>
                  <a:pt x="216293" y="643661"/>
                </a:lnTo>
                <a:lnTo>
                  <a:pt x="231381" y="682066"/>
                </a:lnTo>
                <a:lnTo>
                  <a:pt x="252691" y="717346"/>
                </a:lnTo>
                <a:lnTo>
                  <a:pt x="280289" y="748487"/>
                </a:lnTo>
                <a:lnTo>
                  <a:pt x="314274" y="774458"/>
                </a:lnTo>
                <a:lnTo>
                  <a:pt x="354749" y="794270"/>
                </a:lnTo>
                <a:lnTo>
                  <a:pt x="401802" y="806894"/>
                </a:lnTo>
                <a:lnTo>
                  <a:pt x="455523" y="811326"/>
                </a:lnTo>
                <a:lnTo>
                  <a:pt x="509219" y="806894"/>
                </a:lnTo>
                <a:lnTo>
                  <a:pt x="556196" y="794258"/>
                </a:lnTo>
                <a:lnTo>
                  <a:pt x="596569" y="774433"/>
                </a:lnTo>
                <a:lnTo>
                  <a:pt x="630440" y="748411"/>
                </a:lnTo>
                <a:lnTo>
                  <a:pt x="657910" y="717219"/>
                </a:lnTo>
                <a:lnTo>
                  <a:pt x="679081" y="681837"/>
                </a:lnTo>
                <a:lnTo>
                  <a:pt x="694080" y="643293"/>
                </a:lnTo>
                <a:lnTo>
                  <a:pt x="703008" y="602576"/>
                </a:lnTo>
                <a:lnTo>
                  <a:pt x="705954" y="560692"/>
                </a:lnTo>
                <a:lnTo>
                  <a:pt x="705954" y="244449"/>
                </a:lnTo>
                <a:close/>
              </a:path>
              <a:path w="910590" h="1042034" extrusionOk="0">
                <a:moveTo>
                  <a:pt x="910272" y="94386"/>
                </a:moveTo>
                <a:lnTo>
                  <a:pt x="910120" y="94386"/>
                </a:lnTo>
                <a:lnTo>
                  <a:pt x="910120" y="84912"/>
                </a:lnTo>
                <a:lnTo>
                  <a:pt x="910120" y="66814"/>
                </a:lnTo>
                <a:lnTo>
                  <a:pt x="859205" y="52666"/>
                </a:lnTo>
                <a:lnTo>
                  <a:pt x="845273" y="52666"/>
                </a:lnTo>
                <a:lnTo>
                  <a:pt x="845273" y="146977"/>
                </a:lnTo>
                <a:lnTo>
                  <a:pt x="845273" y="590956"/>
                </a:lnTo>
                <a:lnTo>
                  <a:pt x="842264" y="639305"/>
                </a:lnTo>
                <a:lnTo>
                  <a:pt x="833475" y="685876"/>
                </a:lnTo>
                <a:lnTo>
                  <a:pt x="819264" y="730313"/>
                </a:lnTo>
                <a:lnTo>
                  <a:pt x="799998" y="772236"/>
                </a:lnTo>
                <a:lnTo>
                  <a:pt x="776046" y="811301"/>
                </a:lnTo>
                <a:lnTo>
                  <a:pt x="747763" y="847140"/>
                </a:lnTo>
                <a:lnTo>
                  <a:pt x="715530" y="879373"/>
                </a:lnTo>
                <a:lnTo>
                  <a:pt x="679691" y="907656"/>
                </a:lnTo>
                <a:lnTo>
                  <a:pt x="640626" y="931608"/>
                </a:lnTo>
                <a:lnTo>
                  <a:pt x="598703" y="950874"/>
                </a:lnTo>
                <a:lnTo>
                  <a:pt x="554266" y="965085"/>
                </a:lnTo>
                <a:lnTo>
                  <a:pt x="507695" y="973874"/>
                </a:lnTo>
                <a:lnTo>
                  <a:pt x="459359" y="976884"/>
                </a:lnTo>
                <a:lnTo>
                  <a:pt x="450913" y="976884"/>
                </a:lnTo>
                <a:lnTo>
                  <a:pt x="402564" y="973874"/>
                </a:lnTo>
                <a:lnTo>
                  <a:pt x="356006" y="965085"/>
                </a:lnTo>
                <a:lnTo>
                  <a:pt x="311569" y="950874"/>
                </a:lnTo>
                <a:lnTo>
                  <a:pt x="269633" y="931608"/>
                </a:lnTo>
                <a:lnTo>
                  <a:pt x="230568" y="907656"/>
                </a:lnTo>
                <a:lnTo>
                  <a:pt x="194741" y="879373"/>
                </a:lnTo>
                <a:lnTo>
                  <a:pt x="162509" y="847140"/>
                </a:lnTo>
                <a:lnTo>
                  <a:pt x="134226" y="811301"/>
                </a:lnTo>
                <a:lnTo>
                  <a:pt x="110274" y="772236"/>
                </a:lnTo>
                <a:lnTo>
                  <a:pt x="91008" y="730313"/>
                </a:lnTo>
                <a:lnTo>
                  <a:pt x="76796" y="685876"/>
                </a:lnTo>
                <a:lnTo>
                  <a:pt x="67995" y="639305"/>
                </a:lnTo>
                <a:lnTo>
                  <a:pt x="64985" y="590956"/>
                </a:lnTo>
                <a:lnTo>
                  <a:pt x="64985" y="146977"/>
                </a:lnTo>
                <a:lnTo>
                  <a:pt x="845273" y="146977"/>
                </a:lnTo>
                <a:lnTo>
                  <a:pt x="845273" y="52666"/>
                </a:lnTo>
                <a:lnTo>
                  <a:pt x="782599" y="52666"/>
                </a:lnTo>
                <a:lnTo>
                  <a:pt x="731685" y="66687"/>
                </a:lnTo>
                <a:lnTo>
                  <a:pt x="731685" y="84912"/>
                </a:lnTo>
                <a:lnTo>
                  <a:pt x="564781" y="84912"/>
                </a:lnTo>
                <a:lnTo>
                  <a:pt x="564781" y="65659"/>
                </a:lnTo>
                <a:lnTo>
                  <a:pt x="513638" y="45885"/>
                </a:lnTo>
                <a:lnTo>
                  <a:pt x="472211" y="45885"/>
                </a:lnTo>
                <a:lnTo>
                  <a:pt x="463550" y="41173"/>
                </a:lnTo>
                <a:lnTo>
                  <a:pt x="463854" y="40271"/>
                </a:lnTo>
                <a:lnTo>
                  <a:pt x="464108" y="39408"/>
                </a:lnTo>
                <a:lnTo>
                  <a:pt x="464108" y="34772"/>
                </a:lnTo>
                <a:lnTo>
                  <a:pt x="461797" y="31661"/>
                </a:lnTo>
                <a:lnTo>
                  <a:pt x="458584" y="30391"/>
                </a:lnTo>
                <a:lnTo>
                  <a:pt x="458584" y="0"/>
                </a:lnTo>
                <a:lnTo>
                  <a:pt x="452158" y="0"/>
                </a:lnTo>
                <a:lnTo>
                  <a:pt x="452158" y="30391"/>
                </a:lnTo>
                <a:lnTo>
                  <a:pt x="448957" y="31686"/>
                </a:lnTo>
                <a:lnTo>
                  <a:pt x="446722" y="34772"/>
                </a:lnTo>
                <a:lnTo>
                  <a:pt x="446709" y="39408"/>
                </a:lnTo>
                <a:lnTo>
                  <a:pt x="446963" y="40297"/>
                </a:lnTo>
                <a:lnTo>
                  <a:pt x="447243" y="41109"/>
                </a:lnTo>
                <a:lnTo>
                  <a:pt x="438480" y="45885"/>
                </a:lnTo>
                <a:lnTo>
                  <a:pt x="395109" y="45885"/>
                </a:lnTo>
                <a:lnTo>
                  <a:pt x="346430" y="66382"/>
                </a:lnTo>
                <a:lnTo>
                  <a:pt x="346430" y="84912"/>
                </a:lnTo>
                <a:lnTo>
                  <a:pt x="178396" y="84912"/>
                </a:lnTo>
                <a:lnTo>
                  <a:pt x="178396" y="66751"/>
                </a:lnTo>
                <a:lnTo>
                  <a:pt x="127495" y="52666"/>
                </a:lnTo>
                <a:lnTo>
                  <a:pt x="50888" y="52666"/>
                </a:lnTo>
                <a:lnTo>
                  <a:pt x="0" y="66751"/>
                </a:lnTo>
                <a:lnTo>
                  <a:pt x="0" y="590956"/>
                </a:lnTo>
                <a:lnTo>
                  <a:pt x="2641" y="640029"/>
                </a:lnTo>
                <a:lnTo>
                  <a:pt x="10414" y="687578"/>
                </a:lnTo>
                <a:lnTo>
                  <a:pt x="23025" y="733336"/>
                </a:lnTo>
                <a:lnTo>
                  <a:pt x="40195" y="777024"/>
                </a:lnTo>
                <a:lnTo>
                  <a:pt x="61645" y="818375"/>
                </a:lnTo>
                <a:lnTo>
                  <a:pt x="87109" y="857097"/>
                </a:lnTo>
                <a:lnTo>
                  <a:pt x="116306" y="892924"/>
                </a:lnTo>
                <a:lnTo>
                  <a:pt x="148958" y="925576"/>
                </a:lnTo>
                <a:lnTo>
                  <a:pt x="184772" y="954773"/>
                </a:lnTo>
                <a:lnTo>
                  <a:pt x="223507" y="980236"/>
                </a:lnTo>
                <a:lnTo>
                  <a:pt x="264845" y="1001699"/>
                </a:lnTo>
                <a:lnTo>
                  <a:pt x="308533" y="1018870"/>
                </a:lnTo>
                <a:lnTo>
                  <a:pt x="354304" y="1031468"/>
                </a:lnTo>
                <a:lnTo>
                  <a:pt x="401853" y="1039241"/>
                </a:lnTo>
                <a:lnTo>
                  <a:pt x="450913" y="1041895"/>
                </a:lnTo>
                <a:lnTo>
                  <a:pt x="459359" y="1041895"/>
                </a:lnTo>
                <a:lnTo>
                  <a:pt x="508419" y="1039241"/>
                </a:lnTo>
                <a:lnTo>
                  <a:pt x="555967" y="1031468"/>
                </a:lnTo>
                <a:lnTo>
                  <a:pt x="601726" y="1018870"/>
                </a:lnTo>
                <a:lnTo>
                  <a:pt x="645414" y="1001699"/>
                </a:lnTo>
                <a:lnTo>
                  <a:pt x="686765" y="980236"/>
                </a:lnTo>
                <a:lnTo>
                  <a:pt x="691857" y="976884"/>
                </a:lnTo>
                <a:lnTo>
                  <a:pt x="725487" y="954773"/>
                </a:lnTo>
                <a:lnTo>
                  <a:pt x="761314" y="925576"/>
                </a:lnTo>
                <a:lnTo>
                  <a:pt x="793965" y="892924"/>
                </a:lnTo>
                <a:lnTo>
                  <a:pt x="823150" y="857097"/>
                </a:lnTo>
                <a:lnTo>
                  <a:pt x="848614" y="818375"/>
                </a:lnTo>
                <a:lnTo>
                  <a:pt x="870077" y="777024"/>
                </a:lnTo>
                <a:lnTo>
                  <a:pt x="887247" y="733336"/>
                </a:lnTo>
                <a:lnTo>
                  <a:pt x="899858" y="687578"/>
                </a:lnTo>
                <a:lnTo>
                  <a:pt x="907618" y="640029"/>
                </a:lnTo>
                <a:lnTo>
                  <a:pt x="910272" y="590956"/>
                </a:lnTo>
                <a:lnTo>
                  <a:pt x="910272" y="146977"/>
                </a:lnTo>
                <a:lnTo>
                  <a:pt x="910272" y="94386"/>
                </a:lnTo>
                <a:close/>
              </a:path>
            </a:pathLst>
          </a:custGeom>
          <a:solidFill>
            <a:srgbClr val="0069B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4297686" y="8741619"/>
            <a:ext cx="544195" cy="123189"/>
          </a:xfrm>
          <a:custGeom>
            <a:avLst/>
            <a:gdLst/>
            <a:ahLst/>
            <a:cxnLst/>
            <a:rect l="l" t="t" r="r" b="b"/>
            <a:pathLst>
              <a:path w="544194" h="123190" extrusionOk="0">
                <a:moveTo>
                  <a:pt x="99517" y="0"/>
                </a:moveTo>
                <a:lnTo>
                  <a:pt x="0" y="0"/>
                </a:lnTo>
                <a:lnTo>
                  <a:pt x="0" y="20320"/>
                </a:lnTo>
                <a:lnTo>
                  <a:pt x="39154" y="20320"/>
                </a:lnTo>
                <a:lnTo>
                  <a:pt x="39154" y="120650"/>
                </a:lnTo>
                <a:lnTo>
                  <a:pt x="60363" y="120650"/>
                </a:lnTo>
                <a:lnTo>
                  <a:pt x="60363" y="20320"/>
                </a:lnTo>
                <a:lnTo>
                  <a:pt x="99517" y="20320"/>
                </a:lnTo>
                <a:lnTo>
                  <a:pt x="99517" y="0"/>
                </a:lnTo>
                <a:close/>
              </a:path>
              <a:path w="544194" h="123190" extrusionOk="0">
                <a:moveTo>
                  <a:pt x="169367" y="81927"/>
                </a:moveTo>
                <a:lnTo>
                  <a:pt x="166382" y="65735"/>
                </a:lnTo>
                <a:lnTo>
                  <a:pt x="162496" y="59855"/>
                </a:lnTo>
                <a:lnTo>
                  <a:pt x="157886" y="52844"/>
                </a:lnTo>
                <a:lnTo>
                  <a:pt x="148336" y="46736"/>
                </a:lnTo>
                <a:lnTo>
                  <a:pt x="148336" y="81927"/>
                </a:lnTo>
                <a:lnTo>
                  <a:pt x="146735" y="91071"/>
                </a:lnTo>
                <a:lnTo>
                  <a:pt x="142290" y="98107"/>
                </a:lnTo>
                <a:lnTo>
                  <a:pt x="135597" y="102590"/>
                </a:lnTo>
                <a:lnTo>
                  <a:pt x="127127" y="104178"/>
                </a:lnTo>
                <a:lnTo>
                  <a:pt x="118745" y="102514"/>
                </a:lnTo>
                <a:lnTo>
                  <a:pt x="112064" y="97904"/>
                </a:lnTo>
                <a:lnTo>
                  <a:pt x="107670" y="90855"/>
                </a:lnTo>
                <a:lnTo>
                  <a:pt x="106070" y="81927"/>
                </a:lnTo>
                <a:lnTo>
                  <a:pt x="107708" y="72809"/>
                </a:lnTo>
                <a:lnTo>
                  <a:pt x="112204" y="65849"/>
                </a:lnTo>
                <a:lnTo>
                  <a:pt x="118884" y="61404"/>
                </a:lnTo>
                <a:lnTo>
                  <a:pt x="127127" y="59855"/>
                </a:lnTo>
                <a:lnTo>
                  <a:pt x="135534" y="61455"/>
                </a:lnTo>
                <a:lnTo>
                  <a:pt x="142252" y="65976"/>
                </a:lnTo>
                <a:lnTo>
                  <a:pt x="146723" y="72948"/>
                </a:lnTo>
                <a:lnTo>
                  <a:pt x="148336" y="81927"/>
                </a:lnTo>
                <a:lnTo>
                  <a:pt x="148336" y="46736"/>
                </a:lnTo>
                <a:lnTo>
                  <a:pt x="144564" y="44310"/>
                </a:lnTo>
                <a:lnTo>
                  <a:pt x="127127" y="41224"/>
                </a:lnTo>
                <a:lnTo>
                  <a:pt x="109677" y="44310"/>
                </a:lnTo>
                <a:lnTo>
                  <a:pt x="96354" y="52844"/>
                </a:lnTo>
                <a:lnTo>
                  <a:pt x="87845" y="65735"/>
                </a:lnTo>
                <a:lnTo>
                  <a:pt x="84861" y="81927"/>
                </a:lnTo>
                <a:lnTo>
                  <a:pt x="87845" y="98107"/>
                </a:lnTo>
                <a:lnTo>
                  <a:pt x="96354" y="111010"/>
                </a:lnTo>
                <a:lnTo>
                  <a:pt x="109677" y="119545"/>
                </a:lnTo>
                <a:lnTo>
                  <a:pt x="127127" y="122631"/>
                </a:lnTo>
                <a:lnTo>
                  <a:pt x="144564" y="119545"/>
                </a:lnTo>
                <a:lnTo>
                  <a:pt x="157886" y="111010"/>
                </a:lnTo>
                <a:lnTo>
                  <a:pt x="162382" y="104178"/>
                </a:lnTo>
                <a:lnTo>
                  <a:pt x="166382" y="98107"/>
                </a:lnTo>
                <a:lnTo>
                  <a:pt x="169367" y="81927"/>
                </a:lnTo>
                <a:close/>
              </a:path>
              <a:path w="544194" h="123190" extrusionOk="0">
                <a:moveTo>
                  <a:pt x="273392" y="43116"/>
                </a:moveTo>
                <a:lnTo>
                  <a:pt x="255968" y="43116"/>
                </a:lnTo>
                <a:lnTo>
                  <a:pt x="230962" y="75539"/>
                </a:lnTo>
                <a:lnTo>
                  <a:pt x="204571" y="43116"/>
                </a:lnTo>
                <a:lnTo>
                  <a:pt x="186639" y="43116"/>
                </a:lnTo>
                <a:lnTo>
                  <a:pt x="186639" y="120738"/>
                </a:lnTo>
                <a:lnTo>
                  <a:pt x="206476" y="120738"/>
                </a:lnTo>
                <a:lnTo>
                  <a:pt x="206476" y="73304"/>
                </a:lnTo>
                <a:lnTo>
                  <a:pt x="230098" y="102273"/>
                </a:lnTo>
                <a:lnTo>
                  <a:pt x="230619" y="102273"/>
                </a:lnTo>
                <a:lnTo>
                  <a:pt x="253555" y="73304"/>
                </a:lnTo>
                <a:lnTo>
                  <a:pt x="253555" y="120738"/>
                </a:lnTo>
                <a:lnTo>
                  <a:pt x="273392" y="120738"/>
                </a:lnTo>
                <a:lnTo>
                  <a:pt x="273392" y="43116"/>
                </a:lnTo>
                <a:close/>
              </a:path>
              <a:path w="544194" h="123190" extrusionOk="0">
                <a:moveTo>
                  <a:pt x="363601" y="109181"/>
                </a:moveTo>
                <a:lnTo>
                  <a:pt x="354279" y="94691"/>
                </a:lnTo>
                <a:lnTo>
                  <a:pt x="349275" y="100203"/>
                </a:lnTo>
                <a:lnTo>
                  <a:pt x="342734" y="104178"/>
                </a:lnTo>
                <a:lnTo>
                  <a:pt x="334276" y="104178"/>
                </a:lnTo>
                <a:lnTo>
                  <a:pt x="325831" y="102641"/>
                </a:lnTo>
                <a:lnTo>
                  <a:pt x="318668" y="98221"/>
                </a:lnTo>
                <a:lnTo>
                  <a:pt x="313715" y="91224"/>
                </a:lnTo>
                <a:lnTo>
                  <a:pt x="311861" y="81915"/>
                </a:lnTo>
                <a:lnTo>
                  <a:pt x="313677" y="72720"/>
                </a:lnTo>
                <a:lnTo>
                  <a:pt x="318503" y="65773"/>
                </a:lnTo>
                <a:lnTo>
                  <a:pt x="325399" y="61379"/>
                </a:lnTo>
                <a:lnTo>
                  <a:pt x="333425" y="59842"/>
                </a:lnTo>
                <a:lnTo>
                  <a:pt x="340487" y="59842"/>
                </a:lnTo>
                <a:lnTo>
                  <a:pt x="346862" y="61747"/>
                </a:lnTo>
                <a:lnTo>
                  <a:pt x="352729" y="67437"/>
                </a:lnTo>
                <a:lnTo>
                  <a:pt x="362051" y="51739"/>
                </a:lnTo>
                <a:lnTo>
                  <a:pt x="355904" y="47040"/>
                </a:lnTo>
                <a:lnTo>
                  <a:pt x="348513" y="43764"/>
                </a:lnTo>
                <a:lnTo>
                  <a:pt x="340067" y="41846"/>
                </a:lnTo>
                <a:lnTo>
                  <a:pt x="330822" y="41224"/>
                </a:lnTo>
                <a:lnTo>
                  <a:pt x="314579" y="44399"/>
                </a:lnTo>
                <a:lnTo>
                  <a:pt x="301866" y="53098"/>
                </a:lnTo>
                <a:lnTo>
                  <a:pt x="293598" y="66027"/>
                </a:lnTo>
                <a:lnTo>
                  <a:pt x="290639" y="81915"/>
                </a:lnTo>
                <a:lnTo>
                  <a:pt x="293674" y="98615"/>
                </a:lnTo>
                <a:lnTo>
                  <a:pt x="302234" y="111455"/>
                </a:lnTo>
                <a:lnTo>
                  <a:pt x="315518" y="119710"/>
                </a:lnTo>
                <a:lnTo>
                  <a:pt x="332727" y="122631"/>
                </a:lnTo>
                <a:lnTo>
                  <a:pt x="341934" y="121767"/>
                </a:lnTo>
                <a:lnTo>
                  <a:pt x="350431" y="119202"/>
                </a:lnTo>
                <a:lnTo>
                  <a:pt x="357784" y="114985"/>
                </a:lnTo>
                <a:lnTo>
                  <a:pt x="363601" y="109181"/>
                </a:lnTo>
                <a:close/>
              </a:path>
              <a:path w="544194" h="123190" extrusionOk="0">
                <a:moveTo>
                  <a:pt x="399313" y="43129"/>
                </a:moveTo>
                <a:lnTo>
                  <a:pt x="379476" y="43129"/>
                </a:lnTo>
                <a:lnTo>
                  <a:pt x="379476" y="120738"/>
                </a:lnTo>
                <a:lnTo>
                  <a:pt x="399313" y="120738"/>
                </a:lnTo>
                <a:lnTo>
                  <a:pt x="399313" y="43129"/>
                </a:lnTo>
                <a:close/>
              </a:path>
              <a:path w="544194" h="123190" extrusionOk="0">
                <a:moveTo>
                  <a:pt x="456577" y="120738"/>
                </a:moveTo>
                <a:lnTo>
                  <a:pt x="423113" y="80035"/>
                </a:lnTo>
                <a:lnTo>
                  <a:pt x="452945" y="43129"/>
                </a:lnTo>
                <a:lnTo>
                  <a:pt x="427939" y="43129"/>
                </a:lnTo>
                <a:lnTo>
                  <a:pt x="400011" y="81584"/>
                </a:lnTo>
                <a:lnTo>
                  <a:pt x="430695" y="120738"/>
                </a:lnTo>
                <a:lnTo>
                  <a:pt x="456577" y="120738"/>
                </a:lnTo>
                <a:close/>
              </a:path>
              <a:path w="544194" h="123190" extrusionOk="0">
                <a:moveTo>
                  <a:pt x="544195" y="43116"/>
                </a:moveTo>
                <a:lnTo>
                  <a:pt x="524383" y="43116"/>
                </a:lnTo>
                <a:lnTo>
                  <a:pt x="488162" y="92265"/>
                </a:lnTo>
                <a:lnTo>
                  <a:pt x="488162" y="43116"/>
                </a:lnTo>
                <a:lnTo>
                  <a:pt x="468312" y="43116"/>
                </a:lnTo>
                <a:lnTo>
                  <a:pt x="468312" y="120726"/>
                </a:lnTo>
                <a:lnTo>
                  <a:pt x="488162" y="120726"/>
                </a:lnTo>
                <a:lnTo>
                  <a:pt x="524383" y="71577"/>
                </a:lnTo>
                <a:lnTo>
                  <a:pt x="524383" y="120726"/>
                </a:lnTo>
                <a:lnTo>
                  <a:pt x="544195" y="120726"/>
                </a:lnTo>
                <a:lnTo>
                  <a:pt x="544195" y="431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63979" y="8745929"/>
            <a:ext cx="75882" cy="11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296831" y="8919457"/>
            <a:ext cx="1322131" cy="32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06334" y="8461386"/>
            <a:ext cx="822513" cy="195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487018" y="9080889"/>
            <a:ext cx="488042" cy="1470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738153" y="273271"/>
            <a:ext cx="7788275" cy="2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750" b="1" i="0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8153" y="273271"/>
            <a:ext cx="7788275" cy="2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750" b="1" i="0" u="none" strike="noStrike" cap="none">
                <a:solidFill>
                  <a:srgbClr val="004254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182062" y="2240849"/>
            <a:ext cx="15739974" cy="642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/>
        </p:nvSpPr>
        <p:spPr>
          <a:xfrm>
            <a:off x="14416983" y="8605212"/>
            <a:ext cx="5055240" cy="83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500" rIns="0" bIns="0" anchor="t" anchorCtr="0">
            <a:spAutoFit/>
          </a:bodyPr>
          <a:lstStyle/>
          <a:p>
            <a:pPr marL="12700" marR="0" lvl="0" indent="0" algn="l" rtl="0">
              <a:lnSpc>
                <a:spcPct val="828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Потехин Алексей Александрович</a:t>
            </a:r>
            <a:endParaRPr sz="32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143382" y="1311274"/>
            <a:ext cx="13531988" cy="2571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Итоговый проект по программе</a:t>
            </a: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«</a:t>
            </a:r>
            <a:r>
              <a:rPr lang="en-US" sz="60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Data</a:t>
            </a:r>
            <a:r>
              <a:rPr lang="ru-RU" sz="60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-аналитик: анализ данных в организации»</a:t>
            </a:r>
            <a:endParaRPr sz="14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244759" y="8605212"/>
            <a:ext cx="8615216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Поток </a:t>
            </a:r>
            <a:r>
              <a:rPr 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AD 10</a:t>
            </a:r>
            <a:r>
              <a:rPr lang="ru-RU" sz="32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4</a:t>
            </a:r>
            <a:endParaRPr lang="ru-RU" sz="32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Даты обучения: 14 июля </a:t>
            </a:r>
            <a:r>
              <a:rPr lang="ru-RU" sz="320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– 27 </a:t>
            </a:r>
            <a:r>
              <a:rPr lang="ru-RU" sz="32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ноября 2025</a:t>
            </a:r>
          </a:p>
          <a:p>
            <a:pPr marL="0" marR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Программа реализуется в рамках федерального проекта «Содействие занятости»</a:t>
            </a:r>
            <a:endParaRPr sz="32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1244759" y="5361194"/>
            <a:ext cx="13430611" cy="167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07000"/>
              </a:lnSpc>
            </a:pPr>
            <a:r>
              <a:rPr lang="ru-RU" sz="4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Название проекта</a:t>
            </a:r>
            <a:r>
              <a:rPr lang="en-US" sz="4800" i="0" u="none" strike="noStrike" cap="none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r>
              <a:rPr lang="ru-RU" sz="48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</a:t>
            </a:r>
            <a:r>
              <a:rPr lang="ru-RU" sz="4800" dirty="0"/>
              <a:t>Анализ онлайн-рынка персональных компьютеров)</a:t>
            </a:r>
            <a:endParaRPr sz="4800" i="0" u="none" strike="noStrike" cap="none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C3A889A-5DC2-4357-9B11-B5F74AEA8987}"/>
              </a:ext>
            </a:extLst>
          </p:cNvPr>
          <p:cNvSpPr/>
          <p:nvPr/>
        </p:nvSpPr>
        <p:spPr>
          <a:xfrm>
            <a:off x="719528" y="749508"/>
            <a:ext cx="1854283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Анализ онлайн-рынка персональных компьютеров.</a:t>
            </a:r>
          </a:p>
          <a:p>
            <a:endParaRPr lang="ru-RU" sz="1800" dirty="0"/>
          </a:p>
          <a:p>
            <a:r>
              <a:rPr lang="ru-RU" sz="1800" dirty="0"/>
              <a:t>К нам обратился клиент, который занимается сборкой и продажей персональных компьютеров (за исключением мини-ПК и моноблоков). В связи с ростом популярности интернет-магазинов, таких как </a:t>
            </a:r>
            <a:r>
              <a:rPr lang="ru-RU" sz="1800" dirty="0" err="1"/>
              <a:t>Wildberries</a:t>
            </a:r>
            <a:r>
              <a:rPr lang="ru-RU" sz="1800" dirty="0"/>
              <a:t>, </a:t>
            </a:r>
            <a:r>
              <a:rPr lang="ru-RU" sz="1800" dirty="0" err="1"/>
              <a:t>Ozon</a:t>
            </a:r>
            <a:r>
              <a:rPr lang="ru-RU" sz="1800" dirty="0"/>
              <a:t>, </a:t>
            </a:r>
            <a:r>
              <a:rPr lang="ru-RU" sz="1800" dirty="0" err="1"/>
              <a:t>OnlineTrade</a:t>
            </a:r>
            <a:r>
              <a:rPr lang="ru-RU" sz="1800" dirty="0"/>
              <a:t> и т.п., за последние несколько лет, а также с целью привлечения большего числа клиентов при одновременном снижении затрат на содержание собственного магазина, доставку и рекламу товаров на 10% он планирует выйти на онлайн-рынок в ближайшие 3 месяца. В связи с этим клиент хотел бы узнать, от чего зависит цена, а также популярность персональных компьютеров, выкладываемых на онлайн-площадках, чтобы в дальнейшем планировать к сборке востребованные по техническим характеристикам компьютеры и продавать их по конкурентной цене. Специалистом по сбору данных были выгружены </a:t>
            </a:r>
            <a:r>
              <a:rPr lang="ru-RU" sz="1800" dirty="0" err="1"/>
              <a:t>датасеты</a:t>
            </a:r>
            <a:r>
              <a:rPr lang="ru-RU" sz="1800" dirty="0"/>
              <a:t> с одного из популярных онлайн-магазинов, содержащие информацию о товарах категории «Компьютеры и моноблоки».</a:t>
            </a:r>
          </a:p>
          <a:p>
            <a:endParaRPr lang="ru-RU" sz="1800" dirty="0"/>
          </a:p>
          <a:p>
            <a:r>
              <a:rPr lang="ru-RU" sz="1800" dirty="0"/>
              <a:t>Проанализируйте полученные данные и представьте аналитический отчет, содержащий выводы и рекомендации для Заказчика, которые помогут ему для решения его бизнес-задач.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51F9001-7A87-441B-9946-0D1E60532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639116"/>
              </p:ext>
            </p:extLst>
          </p:nvPr>
        </p:nvGraphicFramePr>
        <p:xfrm>
          <a:off x="719528" y="4017365"/>
          <a:ext cx="18542833" cy="3879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39963">
                  <a:extLst>
                    <a:ext uri="{9D8B030D-6E8A-4147-A177-3AD203B41FA5}">
                      <a16:colId xmlns:a16="http://schemas.microsoft.com/office/drawing/2014/main" val="1991580069"/>
                    </a:ext>
                  </a:extLst>
                </a:gridCol>
                <a:gridCol w="14102870">
                  <a:extLst>
                    <a:ext uri="{9D8B030D-6E8A-4147-A177-3AD203B41FA5}">
                      <a16:colId xmlns:a16="http://schemas.microsoft.com/office/drawing/2014/main" val="1182208639"/>
                    </a:ext>
                  </a:extLst>
                </a:gridCol>
              </a:tblGrid>
              <a:tr h="1256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Бизнес-цель заказчика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Привлечение большего числа клиентов при одновременном снижении затрат на содержание собственного магазина, доставку и рекламу товаров на 10%. Выйти на онлайн-рынок в ближайшие 3 месяца.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9521407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Цель анализа данных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fontAlgn="base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800" spc="-25" dirty="0">
                          <a:effectLst/>
                          <a:latin typeface="+mn-lt"/>
                        </a:rPr>
                        <a:t>Изучение зависимостей между техническими характеристиками компьютеров, популярностью конкретных конфигураций и ценами на рынке.</a:t>
                      </a:r>
                      <a:endParaRPr lang="ru-RU" sz="18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2869805"/>
                  </a:ext>
                </a:extLst>
              </a:tr>
              <a:tr h="6745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Объект исследования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  <a:latin typeface="+mn-lt"/>
                        </a:rPr>
                        <a:t>Исследование проводится на примере собранных данных о характеристиках компьютерных комплектов на одном из крупных маркетплейсов.</a:t>
                      </a:r>
                      <a:endParaRPr lang="ru-RU" sz="18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5666859"/>
                  </a:ext>
                </a:extLst>
              </a:tr>
              <a:tr h="1256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Предмет исследования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</a:rPr>
                        <a:t>Аналитическому исследованию подлежат взаимосвязи между техническими характеристиками устройств, потребностями рынка и экономическими показателями (ценой, уровнем спроса, количеством проданных единиц и т.д.).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8272390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9043610-5B3E-4A1B-883A-B065E1C2E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619149"/>
              </p:ext>
            </p:extLst>
          </p:nvPr>
        </p:nvGraphicFramePr>
        <p:xfrm>
          <a:off x="719529" y="7897032"/>
          <a:ext cx="18542832" cy="28437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39963">
                  <a:extLst>
                    <a:ext uri="{9D8B030D-6E8A-4147-A177-3AD203B41FA5}">
                      <a16:colId xmlns:a16="http://schemas.microsoft.com/office/drawing/2014/main" val="1275593988"/>
                    </a:ext>
                  </a:extLst>
                </a:gridCol>
                <a:gridCol w="14102869">
                  <a:extLst>
                    <a:ext uri="{9D8B030D-6E8A-4147-A177-3AD203B41FA5}">
                      <a16:colId xmlns:a16="http://schemas.microsoft.com/office/drawing/2014/main" val="4156408172"/>
                    </a:ext>
                  </a:extLst>
                </a:gridCol>
              </a:tblGrid>
              <a:tr h="4626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Источники данных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 spc="-25">
                          <a:effectLst/>
                        </a:rPr>
                        <a:t>Основной источник — массив данных в формате </a:t>
                      </a:r>
                      <a:r>
                        <a:rPr lang="en-US" sz="1800" spc="-25">
                          <a:effectLst/>
                        </a:rPr>
                        <a:t>csv</a:t>
                      </a:r>
                      <a:r>
                        <a:rPr lang="ru-RU" sz="1800" spc="-25">
                          <a:effectLst/>
                        </a:rPr>
                        <a:t>, полученный заказчиком путем выгрузки с одного популярного российского маркетплейса.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2079797"/>
                  </a:ext>
                </a:extLst>
              </a:tr>
              <a:tr h="11742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Временной период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 dirty="0">
                          <a:effectLst/>
                        </a:rPr>
                        <a:t>Выйти на онлайн-рынок в ближайшие 3 месяца.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9178286"/>
                  </a:ext>
                </a:extLst>
              </a:tr>
              <a:tr h="10259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00"/>
                        </a:spcAft>
                      </a:pPr>
                      <a:r>
                        <a:rPr lang="ru-RU" sz="1800">
                          <a:effectLst/>
                        </a:rPr>
                        <a:t>Предполагаемые методы анализа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42900" lvl="0" indent="-342900" fontAlgn="base"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800" dirty="0">
                          <a:effectLst/>
                        </a:rPr>
                        <a:t>методы описательной статистики: </a:t>
                      </a:r>
                      <a:r>
                        <a:rPr lang="ru-RU" sz="1800" spc="-25" dirty="0">
                          <a:effectLst/>
                        </a:rPr>
                        <a:t>базовые закономерности распределения показателей (средняя цена, распределение производительности по категориям, доля тех или иных брендов на рынке).</a:t>
                      </a:r>
                      <a:endParaRPr lang="ru-RU" sz="1800" dirty="0">
                        <a:effectLst/>
                      </a:endParaRPr>
                    </a:p>
                    <a:p>
                      <a:pPr marL="342900" lvl="0" indent="-342900" fontAlgn="base">
                        <a:spcAft>
                          <a:spcPts val="0"/>
                        </a:spcAft>
                        <a:buSzPts val="1000"/>
                        <a:buFont typeface="Symbol" panose="05050102010706020507" pitchFamily="18" charset="2"/>
                        <a:buChar char=""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800" dirty="0">
                          <a:effectLst/>
                        </a:rPr>
                        <a:t>корреляционный анализ: </a:t>
                      </a:r>
                      <a:r>
                        <a:rPr lang="ru-RU" sz="1800" spc="-25" dirty="0">
                          <a:effectLst/>
                        </a:rPr>
                        <a:t>связь между основными признаками (например, влиянием объема оперативной памяти на среднюю цену устройства).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8690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57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1DD7849-7256-4930-9CEE-5DA6348F2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56" y="749509"/>
            <a:ext cx="19139517" cy="973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2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650468-4727-4B4B-A0CC-2EBD4A2A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09" y="678936"/>
            <a:ext cx="16549141" cy="409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43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590EA7E-0D68-48D8-B37B-D94E921A8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090" y="989351"/>
            <a:ext cx="18258116" cy="927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9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746A7C-647E-4FD4-92B4-406862BB2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25" y="1310705"/>
            <a:ext cx="15724682" cy="924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33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FC7084-850E-4DFB-95C7-B3EE421F4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143" y="275440"/>
            <a:ext cx="13142756" cy="1117819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91674E-093E-4E1A-A17D-474E358DB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53" y="416471"/>
            <a:ext cx="5605333" cy="214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36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6D96AA-53CB-4DE8-886E-F6A95D5F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629588"/>
            <a:ext cx="9533745" cy="957202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2C99CB-B592-4024-A25D-8D3C43FFC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03" y="629588"/>
            <a:ext cx="10163331" cy="872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10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CAC841-438B-49BA-BEE9-98F2A1331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22" y="1294319"/>
            <a:ext cx="14165706" cy="96586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B97369-C4B4-4740-8103-4D77B00AE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032" y="246621"/>
            <a:ext cx="3432869" cy="116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16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0C5A0B-D4A4-46CD-A174-D2E0636F1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31" y="2224524"/>
            <a:ext cx="14750320" cy="880099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6CA38C-2A5C-48B6-B64A-C1843B7CB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61" y="398280"/>
            <a:ext cx="9595189" cy="182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34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B3C72FC-F729-4021-8E82-69F76E014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19" y="1811962"/>
            <a:ext cx="13668714" cy="854142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73AF59-75D4-4F45-BFA5-8E18F0037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52" y="706984"/>
            <a:ext cx="12928013" cy="134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0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32A8CA-8B0B-42CC-8BA7-F454931E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19" y="581051"/>
            <a:ext cx="11698748" cy="145761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2E0C3D-7ED3-45B4-9659-4AE9BBD2F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19" y="2235199"/>
            <a:ext cx="12573260" cy="859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4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FDC94C8-D832-46BB-9CA7-1E185EF7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11" y="0"/>
            <a:ext cx="11813767" cy="161774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CD53DA-3D6F-403F-B56E-CA4CFDB404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1" t="160" r="-111" b="-160"/>
          <a:stretch/>
        </p:blipFill>
        <p:spPr>
          <a:xfrm>
            <a:off x="461490" y="1200488"/>
            <a:ext cx="13466892" cy="934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95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1152D4E-CB23-46BE-92E2-1053481CE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693" y="335565"/>
            <a:ext cx="9312249" cy="129381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E28F23-19BC-4B29-A01F-A877B3FEA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40" y="1199473"/>
            <a:ext cx="14340304" cy="96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2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7FD786-9A98-48C2-A86C-365F29F2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62" y="463081"/>
            <a:ext cx="7547495" cy="114464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52C5E58-027F-44B1-8264-12170324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2" y="1687591"/>
            <a:ext cx="3615856" cy="34671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BFFBAC-EB98-46F9-BC3A-A46E77D6D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930" y="1505783"/>
            <a:ext cx="14300617" cy="956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2BCF85-46F4-47A4-8065-CCADBDE33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47" y="2424762"/>
            <a:ext cx="4509774" cy="550503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449FB4-3377-4EFA-8DE1-32B47FBAE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471" y="2564047"/>
            <a:ext cx="12943253" cy="550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920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6E8743D-973B-4709-B496-5B5ECDF7D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74" y="568091"/>
            <a:ext cx="14384651" cy="1018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25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88753E6-671D-4C4D-8482-944BB27C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95" y="585736"/>
            <a:ext cx="4094916" cy="430209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BBC02D-FF89-4D85-A35E-C60753BF1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911" y="585736"/>
            <a:ext cx="4961744" cy="1000982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AAB50BC-1AE6-4A7A-A3C9-9464B4DD4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597" y="6923425"/>
            <a:ext cx="10312139" cy="33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93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6D3FC9-3DDB-4022-9890-54602BB4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91" y="286535"/>
            <a:ext cx="3467595" cy="1073628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6CE4FF-6D60-4D9B-8D6A-77DFBB880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86" y="3155064"/>
            <a:ext cx="13685365" cy="74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03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7A7F79-38DC-4474-900B-093A9A363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06" y="407962"/>
            <a:ext cx="6392485" cy="632262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681246-58A9-4B10-A977-5A6B0855F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929" y="1443090"/>
            <a:ext cx="13071422" cy="966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10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E632014-9994-4DED-9495-09912388D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40" y="549197"/>
            <a:ext cx="3240401" cy="997940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9BF12E-4D80-49BC-BBD7-3D99F9E41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5" y="743210"/>
            <a:ext cx="7639050" cy="34671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1A0BD4-FB23-4119-990F-B7F92C213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997" y="4210310"/>
            <a:ext cx="11266670" cy="676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39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240550-7B05-4130-832F-846E2C842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92" y="686333"/>
            <a:ext cx="16327516" cy="993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06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6376FD9-5E9E-4FBB-9130-61A20FDAC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40" y="448869"/>
            <a:ext cx="14315479" cy="1041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6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2B3C6E-F492-4E30-AC6C-1D2B93FEB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76" y="1139252"/>
            <a:ext cx="17414548" cy="560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56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 txBox="1"/>
          <p:nvPr/>
        </p:nvSpPr>
        <p:spPr>
          <a:xfrm>
            <a:off x="4692441" y="4634150"/>
            <a:ext cx="10177801" cy="140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ru-RU" sz="8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внимание.</a:t>
            </a:r>
            <a:endParaRPr sz="8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395</Words>
  <Application>Microsoft Office PowerPoint</Application>
  <PresentationFormat>Произвольный</PresentationFormat>
  <Paragraphs>28</Paragraphs>
  <Slides>25</Slides>
  <Notes>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Symbol</vt:lpstr>
      <vt:lpstr>Times New Roman</vt:lpstr>
      <vt:lpstr>Tahoma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Алексей</cp:lastModifiedBy>
  <cp:revision>12</cp:revision>
  <dcterms:modified xsi:type="dcterms:W3CDTF">2025-11-17T08:12:24Z</dcterms:modified>
</cp:coreProperties>
</file>